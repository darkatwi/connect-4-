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9" r:id="rId4"/>
    <p:sldId id="257" r:id="rId5"/>
    <p:sldId id="258" r:id="rId6"/>
    <p:sldId id="259" r:id="rId7"/>
    <p:sldId id="263" r:id="rId8"/>
    <p:sldId id="264" r:id="rId9"/>
    <p:sldId id="260" r:id="rId10"/>
    <p:sldId id="265" r:id="rId11"/>
    <p:sldId id="261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F73958-7F26-456B-A16E-18129D75F047}" v="38" dt="2025-11-26T18:18:21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i Abdallah (Student)" userId="210caefc-e13c-4ef9-aaa8-02b296a68f31" providerId="ADAL" clId="{4FF73958-7F26-456B-A16E-18129D75F047}"/>
    <pc:docChg chg="undo custSel addSld delSld modSld sldOrd">
      <pc:chgData name="Anji Abdallah (Student)" userId="210caefc-e13c-4ef9-aaa8-02b296a68f31" providerId="ADAL" clId="{4FF73958-7F26-456B-A16E-18129D75F047}" dt="2025-11-26T18:18:42.204" v="1030" actId="20577"/>
      <pc:docMkLst>
        <pc:docMk/>
      </pc:docMkLst>
      <pc:sldChg chg="modSp new">
        <pc:chgData name="Anji Abdallah (Student)" userId="210caefc-e13c-4ef9-aaa8-02b296a68f31" providerId="ADAL" clId="{4FF73958-7F26-456B-A16E-18129D75F047}" dt="2025-11-23T07:55:58.908" v="86" actId="20577"/>
        <pc:sldMkLst>
          <pc:docMk/>
          <pc:sldMk cId="1930912926" sldId="256"/>
        </pc:sldMkLst>
        <pc:spChg chg="mod">
          <ac:chgData name="Anji Abdallah (Student)" userId="210caefc-e13c-4ef9-aaa8-02b296a68f31" providerId="ADAL" clId="{4FF73958-7F26-456B-A16E-18129D75F047}" dt="2025-11-23T07:55:48.102" v="37" actId="20577"/>
          <ac:spMkLst>
            <pc:docMk/>
            <pc:sldMk cId="1930912926" sldId="256"/>
            <ac:spMk id="2" creationId="{4E0935D4-E3A3-4AAB-A7E8-8458567B3EB4}"/>
          </ac:spMkLst>
        </pc:spChg>
        <pc:spChg chg="mod">
          <ac:chgData name="Anji Abdallah (Student)" userId="210caefc-e13c-4ef9-aaa8-02b296a68f31" providerId="ADAL" clId="{4FF73958-7F26-456B-A16E-18129D75F047}" dt="2025-11-23T07:55:58.908" v="86" actId="20577"/>
          <ac:spMkLst>
            <pc:docMk/>
            <pc:sldMk cId="1930912926" sldId="256"/>
            <ac:spMk id="3" creationId="{B7535342-48D4-4C13-83FC-682D37BC437E}"/>
          </ac:spMkLst>
        </pc:spChg>
      </pc:sldChg>
      <pc:sldChg chg="addSp delSp modSp new add del ord">
        <pc:chgData name="Anji Abdallah (Student)" userId="210caefc-e13c-4ef9-aaa8-02b296a68f31" providerId="ADAL" clId="{4FF73958-7F26-456B-A16E-18129D75F047}" dt="2025-11-26T18:18:34.280" v="1024" actId="20577"/>
        <pc:sldMkLst>
          <pc:docMk/>
          <pc:sldMk cId="1590126269" sldId="257"/>
        </pc:sldMkLst>
        <pc:spChg chg="mod">
          <ac:chgData name="Anji Abdallah (Student)" userId="210caefc-e13c-4ef9-aaa8-02b296a68f31" providerId="ADAL" clId="{4FF73958-7F26-456B-A16E-18129D75F047}" dt="2025-11-26T09:15:42.598" v="942" actId="20577"/>
          <ac:spMkLst>
            <pc:docMk/>
            <pc:sldMk cId="1590126269" sldId="257"/>
            <ac:spMk id="2" creationId="{E5F29745-E116-4EC8-A724-F69783D60C40}"/>
          </ac:spMkLst>
        </pc:spChg>
        <pc:spChg chg="mod">
          <ac:chgData name="Anji Abdallah (Student)" userId="210caefc-e13c-4ef9-aaa8-02b296a68f31" providerId="ADAL" clId="{4FF73958-7F26-456B-A16E-18129D75F047}" dt="2025-11-26T18:18:34.280" v="1024" actId="20577"/>
          <ac:spMkLst>
            <pc:docMk/>
            <pc:sldMk cId="1590126269" sldId="257"/>
            <ac:spMk id="3" creationId="{51F6C3E7-602C-4B2B-93C9-9D369D80718F}"/>
          </ac:spMkLst>
        </pc:spChg>
        <pc:spChg chg="add del">
          <ac:chgData name="Anji Abdallah (Student)" userId="210caefc-e13c-4ef9-aaa8-02b296a68f31" providerId="ADAL" clId="{4FF73958-7F26-456B-A16E-18129D75F047}" dt="2025-11-26T09:08:56.371" v="640"/>
          <ac:spMkLst>
            <pc:docMk/>
            <pc:sldMk cId="1590126269" sldId="257"/>
            <ac:spMk id="4" creationId="{13E5988D-0DC7-4E5B-8FF5-575402952329}"/>
          </ac:spMkLst>
        </pc:spChg>
      </pc:sldChg>
      <pc:sldChg chg="delSp modSp new add del">
        <pc:chgData name="Anji Abdallah (Student)" userId="210caefc-e13c-4ef9-aaa8-02b296a68f31" providerId="ADAL" clId="{4FF73958-7F26-456B-A16E-18129D75F047}" dt="2025-11-26T18:18:42.204" v="1030" actId="20577"/>
        <pc:sldMkLst>
          <pc:docMk/>
          <pc:sldMk cId="1036530196" sldId="258"/>
        </pc:sldMkLst>
        <pc:spChg chg="del">
          <ac:chgData name="Anji Abdallah (Student)" userId="210caefc-e13c-4ef9-aaa8-02b296a68f31" providerId="ADAL" clId="{4FF73958-7F26-456B-A16E-18129D75F047}" dt="2025-11-23T07:58:25.753" v="221" actId="478"/>
          <ac:spMkLst>
            <pc:docMk/>
            <pc:sldMk cId="1036530196" sldId="258"/>
            <ac:spMk id="2" creationId="{C32A2A00-2C97-4421-AC7E-5907D70AFF4D}"/>
          </ac:spMkLst>
        </pc:spChg>
        <pc:spChg chg="mod">
          <ac:chgData name="Anji Abdallah (Student)" userId="210caefc-e13c-4ef9-aaa8-02b296a68f31" providerId="ADAL" clId="{4FF73958-7F26-456B-A16E-18129D75F047}" dt="2025-11-26T18:18:42.204" v="1030" actId="20577"/>
          <ac:spMkLst>
            <pc:docMk/>
            <pc:sldMk cId="1036530196" sldId="258"/>
            <ac:spMk id="3" creationId="{0A43E087-F631-42F0-B6C0-14B1AB595172}"/>
          </ac:spMkLst>
        </pc:spChg>
      </pc:sldChg>
      <pc:sldChg chg="addSp delSp modSp new">
        <pc:chgData name="Anji Abdallah (Student)" userId="210caefc-e13c-4ef9-aaa8-02b296a68f31" providerId="ADAL" clId="{4FF73958-7F26-456B-A16E-18129D75F047}" dt="2025-11-26T09:11:52.321" v="660" actId="1036"/>
        <pc:sldMkLst>
          <pc:docMk/>
          <pc:sldMk cId="437886059" sldId="259"/>
        </pc:sldMkLst>
        <pc:spChg chg="del">
          <ac:chgData name="Anji Abdallah (Student)" userId="210caefc-e13c-4ef9-aaa8-02b296a68f31" providerId="ADAL" clId="{4FF73958-7F26-456B-A16E-18129D75F047}" dt="2025-11-23T08:01:06.761" v="306" actId="478"/>
          <ac:spMkLst>
            <pc:docMk/>
            <pc:sldMk cId="437886059" sldId="259"/>
            <ac:spMk id="2" creationId="{7A9F9049-1A8C-401D-B0A3-661AE177DAA6}"/>
          </ac:spMkLst>
        </pc:spChg>
        <pc:spChg chg="del">
          <ac:chgData name="Anji Abdallah (Student)" userId="210caefc-e13c-4ef9-aaa8-02b296a68f31" providerId="ADAL" clId="{4FF73958-7F26-456B-A16E-18129D75F047}" dt="2025-11-23T08:01:05.054" v="305" actId="478"/>
          <ac:spMkLst>
            <pc:docMk/>
            <pc:sldMk cId="437886059" sldId="259"/>
            <ac:spMk id="3" creationId="{8DFFC33B-C26D-4619-AC61-DD6CB5D75441}"/>
          </ac:spMkLst>
        </pc:spChg>
        <pc:picChg chg="add mod">
          <ac:chgData name="Anji Abdallah (Student)" userId="210caefc-e13c-4ef9-aaa8-02b296a68f31" providerId="ADAL" clId="{4FF73958-7F26-456B-A16E-18129D75F047}" dt="2025-11-26T09:11:52.321" v="660" actId="1036"/>
          <ac:picMkLst>
            <pc:docMk/>
            <pc:sldMk cId="437886059" sldId="259"/>
            <ac:picMk id="2" creationId="{EF12FB78-F6F1-44B2-8B95-684C00F0A731}"/>
          </ac:picMkLst>
        </pc:picChg>
        <pc:picChg chg="add del mod">
          <ac:chgData name="Anji Abdallah (Student)" userId="210caefc-e13c-4ef9-aaa8-02b296a68f31" providerId="ADAL" clId="{4FF73958-7F26-456B-A16E-18129D75F047}" dt="2025-11-23T08:03:05.249" v="319" actId="478"/>
          <ac:picMkLst>
            <pc:docMk/>
            <pc:sldMk cId="437886059" sldId="259"/>
            <ac:picMk id="4" creationId="{DDFECD08-C6C6-464B-9E55-4EA0A0387ADC}"/>
          </ac:picMkLst>
        </pc:picChg>
      </pc:sldChg>
      <pc:sldChg chg="addSp modSp new ord">
        <pc:chgData name="Anji Abdallah (Student)" userId="210caefc-e13c-4ef9-aaa8-02b296a68f31" providerId="ADAL" clId="{4FF73958-7F26-456B-A16E-18129D75F047}" dt="2025-11-23T08:20:28.434" v="484"/>
        <pc:sldMkLst>
          <pc:docMk/>
          <pc:sldMk cId="2234269081" sldId="260"/>
        </pc:sldMkLst>
        <pc:spChg chg="mod">
          <ac:chgData name="Anji Abdallah (Student)" userId="210caefc-e13c-4ef9-aaa8-02b296a68f31" providerId="ADAL" clId="{4FF73958-7F26-456B-A16E-18129D75F047}" dt="2025-11-23T08:03:19.400" v="354" actId="1076"/>
          <ac:spMkLst>
            <pc:docMk/>
            <pc:sldMk cId="2234269081" sldId="260"/>
            <ac:spMk id="2" creationId="{60FE75B9-C354-4BAF-8BD6-65F8CFAD005D}"/>
          </ac:spMkLst>
        </pc:spChg>
        <pc:spChg chg="mod">
          <ac:chgData name="Anji Abdallah (Student)" userId="210caefc-e13c-4ef9-aaa8-02b296a68f31" providerId="ADAL" clId="{4FF73958-7F26-456B-A16E-18129D75F047}" dt="2025-11-23T08:03:23.977" v="361" actId="20577"/>
          <ac:spMkLst>
            <pc:docMk/>
            <pc:sldMk cId="2234269081" sldId="260"/>
            <ac:spMk id="3" creationId="{D91CA375-A1E0-4210-AABE-F29D402BB577}"/>
          </ac:spMkLst>
        </pc:spChg>
        <pc:picChg chg="add mod">
          <ac:chgData name="Anji Abdallah (Student)" userId="210caefc-e13c-4ef9-aaa8-02b296a68f31" providerId="ADAL" clId="{4FF73958-7F26-456B-A16E-18129D75F047}" dt="2025-11-23T08:04:22.523" v="366" actId="14100"/>
          <ac:picMkLst>
            <pc:docMk/>
            <pc:sldMk cId="2234269081" sldId="260"/>
            <ac:picMk id="4" creationId="{DC1A097E-5790-4C0F-811B-065497088E54}"/>
          </ac:picMkLst>
        </pc:picChg>
      </pc:sldChg>
      <pc:sldChg chg="addSp delSp modSp new">
        <pc:chgData name="Anji Abdallah (Student)" userId="210caefc-e13c-4ef9-aaa8-02b296a68f31" providerId="ADAL" clId="{4FF73958-7F26-456B-A16E-18129D75F047}" dt="2025-11-23T08:05:16.235" v="390" actId="1076"/>
        <pc:sldMkLst>
          <pc:docMk/>
          <pc:sldMk cId="2943615753" sldId="261"/>
        </pc:sldMkLst>
        <pc:spChg chg="del">
          <ac:chgData name="Anji Abdallah (Student)" userId="210caefc-e13c-4ef9-aaa8-02b296a68f31" providerId="ADAL" clId="{4FF73958-7F26-456B-A16E-18129D75F047}" dt="2025-11-23T08:04:30.939" v="380" actId="478"/>
          <ac:spMkLst>
            <pc:docMk/>
            <pc:sldMk cId="2943615753" sldId="261"/>
            <ac:spMk id="2" creationId="{961D6D41-6441-4916-A908-75D0DF8A6A2F}"/>
          </ac:spMkLst>
        </pc:spChg>
        <pc:spChg chg="mod">
          <ac:chgData name="Anji Abdallah (Student)" userId="210caefc-e13c-4ef9-aaa8-02b296a68f31" providerId="ADAL" clId="{4FF73958-7F26-456B-A16E-18129D75F047}" dt="2025-11-23T08:04:33.532" v="381" actId="1076"/>
          <ac:spMkLst>
            <pc:docMk/>
            <pc:sldMk cId="2943615753" sldId="261"/>
            <ac:spMk id="3" creationId="{64DF4098-AB6A-4937-A098-FC8FE802D568}"/>
          </ac:spMkLst>
        </pc:spChg>
        <pc:picChg chg="add mod">
          <ac:chgData name="Anji Abdallah (Student)" userId="210caefc-e13c-4ef9-aaa8-02b296a68f31" providerId="ADAL" clId="{4FF73958-7F26-456B-A16E-18129D75F047}" dt="2025-11-23T08:05:12.219" v="388" actId="14100"/>
          <ac:picMkLst>
            <pc:docMk/>
            <pc:sldMk cId="2943615753" sldId="261"/>
            <ac:picMk id="4" creationId="{243093D8-AD95-4E35-8114-553281DD9DAB}"/>
          </ac:picMkLst>
        </pc:picChg>
        <pc:picChg chg="add mod">
          <ac:chgData name="Anji Abdallah (Student)" userId="210caefc-e13c-4ef9-aaa8-02b296a68f31" providerId="ADAL" clId="{4FF73958-7F26-456B-A16E-18129D75F047}" dt="2025-11-23T08:05:16.235" v="390" actId="1076"/>
          <ac:picMkLst>
            <pc:docMk/>
            <pc:sldMk cId="2943615753" sldId="261"/>
            <ac:picMk id="5" creationId="{F8787101-FFD9-4C60-BFCB-73C4DF58D1D0}"/>
          </ac:picMkLst>
        </pc:picChg>
      </pc:sldChg>
      <pc:sldChg chg="addSp delSp modSp new del">
        <pc:chgData name="Anji Abdallah (Student)" userId="210caefc-e13c-4ef9-aaa8-02b296a68f31" providerId="ADAL" clId="{4FF73958-7F26-456B-A16E-18129D75F047}" dt="2025-11-23T08:22:32.115" v="631" actId="47"/>
        <pc:sldMkLst>
          <pc:docMk/>
          <pc:sldMk cId="40091096" sldId="262"/>
        </pc:sldMkLst>
        <pc:spChg chg="mod">
          <ac:chgData name="Anji Abdallah (Student)" userId="210caefc-e13c-4ef9-aaa8-02b296a68f31" providerId="ADAL" clId="{4FF73958-7F26-456B-A16E-18129D75F047}" dt="2025-11-23T08:17:45.463" v="419" actId="20577"/>
          <ac:spMkLst>
            <pc:docMk/>
            <pc:sldMk cId="40091096" sldId="262"/>
            <ac:spMk id="2" creationId="{88C5F4F9-892A-4B43-8546-F05408D87868}"/>
          </ac:spMkLst>
        </pc:spChg>
        <pc:spChg chg="del">
          <ac:chgData name="Anji Abdallah (Student)" userId="210caefc-e13c-4ef9-aaa8-02b296a68f31" providerId="ADAL" clId="{4FF73958-7F26-456B-A16E-18129D75F047}" dt="2025-11-23T08:17:38.924" v="408"/>
          <ac:spMkLst>
            <pc:docMk/>
            <pc:sldMk cId="40091096" sldId="262"/>
            <ac:spMk id="3" creationId="{09E555E3-5824-4954-9D85-FBECB4156038}"/>
          </ac:spMkLst>
        </pc:spChg>
        <pc:picChg chg="add mod">
          <ac:chgData name="Anji Abdallah (Student)" userId="210caefc-e13c-4ef9-aaa8-02b296a68f31" providerId="ADAL" clId="{4FF73958-7F26-456B-A16E-18129D75F047}" dt="2025-11-23T08:17:42.212" v="410" actId="1076"/>
          <ac:picMkLst>
            <pc:docMk/>
            <pc:sldMk cId="40091096" sldId="262"/>
            <ac:picMk id="4" creationId="{C5D3D0D6-C26E-45AA-AA0C-B69912B4A321}"/>
          </ac:picMkLst>
        </pc:picChg>
      </pc:sldChg>
      <pc:sldChg chg="addSp delSp modSp new">
        <pc:chgData name="Anji Abdallah (Student)" userId="210caefc-e13c-4ef9-aaa8-02b296a68f31" providerId="ADAL" clId="{4FF73958-7F26-456B-A16E-18129D75F047}" dt="2025-11-23T08:19:54.135" v="460" actId="478"/>
        <pc:sldMkLst>
          <pc:docMk/>
          <pc:sldMk cId="3147362005" sldId="263"/>
        </pc:sldMkLst>
        <pc:spChg chg="mod">
          <ac:chgData name="Anji Abdallah (Student)" userId="210caefc-e13c-4ef9-aaa8-02b296a68f31" providerId="ADAL" clId="{4FF73958-7F26-456B-A16E-18129D75F047}" dt="2025-11-23T08:18:45.030" v="431" actId="1076"/>
          <ac:spMkLst>
            <pc:docMk/>
            <pc:sldMk cId="3147362005" sldId="263"/>
            <ac:spMk id="2" creationId="{E31BD331-2D63-4863-A08D-306FCA84A6AB}"/>
          </ac:spMkLst>
        </pc:spChg>
        <pc:spChg chg="mod">
          <ac:chgData name="Anji Abdallah (Student)" userId="210caefc-e13c-4ef9-aaa8-02b296a68f31" providerId="ADAL" clId="{4FF73958-7F26-456B-A16E-18129D75F047}" dt="2025-11-23T08:19:07.184" v="443" actId="122"/>
          <ac:spMkLst>
            <pc:docMk/>
            <pc:sldMk cId="3147362005" sldId="263"/>
            <ac:spMk id="3" creationId="{75F3A35E-6BC7-4958-8D9C-106D5F8C2A98}"/>
          </ac:spMkLst>
        </pc:spChg>
        <pc:spChg chg="del">
          <ac:chgData name="Anji Abdallah (Student)" userId="210caefc-e13c-4ef9-aaa8-02b296a68f31" providerId="ADAL" clId="{4FF73958-7F26-456B-A16E-18129D75F047}" dt="2025-11-23T08:18:56.298" v="436"/>
          <ac:spMkLst>
            <pc:docMk/>
            <pc:sldMk cId="3147362005" sldId="263"/>
            <ac:spMk id="4" creationId="{C1A1E84A-B569-4E08-B3A6-B77130900D34}"/>
          </ac:spMkLst>
        </pc:spChg>
        <pc:spChg chg="mod">
          <ac:chgData name="Anji Abdallah (Student)" userId="210caefc-e13c-4ef9-aaa8-02b296a68f31" providerId="ADAL" clId="{4FF73958-7F26-456B-A16E-18129D75F047}" dt="2025-11-23T08:19:11.196" v="452" actId="122"/>
          <ac:spMkLst>
            <pc:docMk/>
            <pc:sldMk cId="3147362005" sldId="263"/>
            <ac:spMk id="5" creationId="{CC3A6A5D-7F55-4A18-AD25-8A38899E1B1B}"/>
          </ac:spMkLst>
        </pc:spChg>
        <pc:spChg chg="del">
          <ac:chgData name="Anji Abdallah (Student)" userId="210caefc-e13c-4ef9-aaa8-02b296a68f31" providerId="ADAL" clId="{4FF73958-7F26-456B-A16E-18129D75F047}" dt="2025-11-23T08:19:54.135" v="460" actId="478"/>
          <ac:spMkLst>
            <pc:docMk/>
            <pc:sldMk cId="3147362005" sldId="263"/>
            <ac:spMk id="6" creationId="{D8F49A30-DF1C-425A-AF26-FF367E1E1D1B}"/>
          </ac:spMkLst>
        </pc:spChg>
        <pc:picChg chg="add mod">
          <ac:chgData name="Anji Abdallah (Student)" userId="210caefc-e13c-4ef9-aaa8-02b296a68f31" providerId="ADAL" clId="{4FF73958-7F26-456B-A16E-18129D75F047}" dt="2025-11-23T08:19:02.690" v="439" actId="1076"/>
          <ac:picMkLst>
            <pc:docMk/>
            <pc:sldMk cId="3147362005" sldId="263"/>
            <ac:picMk id="7" creationId="{E52C2A6C-FB59-49C4-865A-0465CC777E13}"/>
          </ac:picMkLst>
        </pc:picChg>
        <pc:picChg chg="add mod">
          <ac:chgData name="Anji Abdallah (Student)" userId="210caefc-e13c-4ef9-aaa8-02b296a68f31" providerId="ADAL" clId="{4FF73958-7F26-456B-A16E-18129D75F047}" dt="2025-11-23T08:19:51.706" v="459" actId="1076"/>
          <ac:picMkLst>
            <pc:docMk/>
            <pc:sldMk cId="3147362005" sldId="263"/>
            <ac:picMk id="8" creationId="{60D4A43B-93A0-4437-91E6-F6E1A916CFFE}"/>
          </ac:picMkLst>
        </pc:picChg>
      </pc:sldChg>
      <pc:sldChg chg="modSp new del">
        <pc:chgData name="Anji Abdallah (Student)" userId="210caefc-e13c-4ef9-aaa8-02b296a68f31" providerId="ADAL" clId="{4FF73958-7F26-456B-A16E-18129D75F047}" dt="2025-11-23T08:20:02.597" v="465" actId="47"/>
        <pc:sldMkLst>
          <pc:docMk/>
          <pc:sldMk cId="50709140" sldId="264"/>
        </pc:sldMkLst>
        <pc:spChg chg="mod">
          <ac:chgData name="Anji Abdallah (Student)" userId="210caefc-e13c-4ef9-aaa8-02b296a68f31" providerId="ADAL" clId="{4FF73958-7F26-456B-A16E-18129D75F047}" dt="2025-11-23T08:19:58.807" v="464" actId="20577"/>
          <ac:spMkLst>
            <pc:docMk/>
            <pc:sldMk cId="50709140" sldId="264"/>
            <ac:spMk id="2" creationId="{DA69C32D-8273-44B2-B107-855F53352F04}"/>
          </ac:spMkLst>
        </pc:spChg>
      </pc:sldChg>
      <pc:sldChg chg="addSp delSp modSp new">
        <pc:chgData name="Anji Abdallah (Student)" userId="210caefc-e13c-4ef9-aaa8-02b296a68f31" providerId="ADAL" clId="{4FF73958-7F26-456B-A16E-18129D75F047}" dt="2025-11-23T08:20:18.854" v="483"/>
        <pc:sldMkLst>
          <pc:docMk/>
          <pc:sldMk cId="1710487648" sldId="264"/>
        </pc:sldMkLst>
        <pc:spChg chg="mod">
          <ac:chgData name="Anji Abdallah (Student)" userId="210caefc-e13c-4ef9-aaa8-02b296a68f31" providerId="ADAL" clId="{4FF73958-7F26-456B-A16E-18129D75F047}" dt="2025-11-23T08:20:07.534" v="482" actId="20577"/>
          <ac:spMkLst>
            <pc:docMk/>
            <pc:sldMk cId="1710487648" sldId="264"/>
            <ac:spMk id="2" creationId="{40F7A21B-64B1-4561-A2B7-0648FC38CDCA}"/>
          </ac:spMkLst>
        </pc:spChg>
        <pc:spChg chg="del">
          <ac:chgData name="Anji Abdallah (Student)" userId="210caefc-e13c-4ef9-aaa8-02b296a68f31" providerId="ADAL" clId="{4FF73958-7F26-456B-A16E-18129D75F047}" dt="2025-11-23T08:20:18.854" v="483"/>
          <ac:spMkLst>
            <pc:docMk/>
            <pc:sldMk cId="1710487648" sldId="264"/>
            <ac:spMk id="3" creationId="{6CB7EB0C-F96C-4490-91B7-3A811CCA7C4A}"/>
          </ac:spMkLst>
        </pc:spChg>
        <pc:picChg chg="add mod">
          <ac:chgData name="Anji Abdallah (Student)" userId="210caefc-e13c-4ef9-aaa8-02b296a68f31" providerId="ADAL" clId="{4FF73958-7F26-456B-A16E-18129D75F047}" dt="2025-11-23T08:20:18.854" v="483"/>
          <ac:picMkLst>
            <pc:docMk/>
            <pc:sldMk cId="1710487648" sldId="264"/>
            <ac:picMk id="4" creationId="{BEBF25A4-1ECA-4A22-88F5-930B54F21DD4}"/>
          </ac:picMkLst>
        </pc:picChg>
      </pc:sldChg>
      <pc:sldChg chg="addSp delSp modSp new">
        <pc:chgData name="Anji Abdallah (Student)" userId="210caefc-e13c-4ef9-aaa8-02b296a68f31" providerId="ADAL" clId="{4FF73958-7F26-456B-A16E-18129D75F047}" dt="2025-11-23T08:21:59.003" v="627" actId="1076"/>
        <pc:sldMkLst>
          <pc:docMk/>
          <pc:sldMk cId="369779158" sldId="265"/>
        </pc:sldMkLst>
        <pc:spChg chg="del">
          <ac:chgData name="Anji Abdallah (Student)" userId="210caefc-e13c-4ef9-aaa8-02b296a68f31" providerId="ADAL" clId="{4FF73958-7F26-456B-A16E-18129D75F047}" dt="2025-11-23T08:20:55.489" v="491" actId="478"/>
          <ac:spMkLst>
            <pc:docMk/>
            <pc:sldMk cId="369779158" sldId="265"/>
            <ac:spMk id="2" creationId="{BB8C6D57-1A4E-44AA-93A5-6530D8592010}"/>
          </ac:spMkLst>
        </pc:spChg>
        <pc:spChg chg="del">
          <ac:chgData name="Anji Abdallah (Student)" userId="210caefc-e13c-4ef9-aaa8-02b296a68f31" providerId="ADAL" clId="{4FF73958-7F26-456B-A16E-18129D75F047}" dt="2025-11-23T08:20:44.746" v="486"/>
          <ac:spMkLst>
            <pc:docMk/>
            <pc:sldMk cId="369779158" sldId="265"/>
            <ac:spMk id="3" creationId="{A9F26709-FCB2-4F17-A285-BEEBC957A3E1}"/>
          </ac:spMkLst>
        </pc:spChg>
        <pc:picChg chg="add mod modCrop">
          <ac:chgData name="Anji Abdallah (Student)" userId="210caefc-e13c-4ef9-aaa8-02b296a68f31" providerId="ADAL" clId="{4FF73958-7F26-456B-A16E-18129D75F047}" dt="2025-11-23T08:21:59.003" v="627" actId="1076"/>
          <ac:picMkLst>
            <pc:docMk/>
            <pc:sldMk cId="369779158" sldId="265"/>
            <ac:picMk id="4" creationId="{DD31FF25-A419-4866-A38E-CCFED03736DF}"/>
          </ac:picMkLst>
        </pc:picChg>
      </pc:sldChg>
      <pc:sldChg chg="addSp delSp new">
        <pc:chgData name="Anji Abdallah (Student)" userId="210caefc-e13c-4ef9-aaa8-02b296a68f31" providerId="ADAL" clId="{4FF73958-7F26-456B-A16E-18129D75F047}" dt="2025-11-23T08:22:15.506" v="630" actId="478"/>
        <pc:sldMkLst>
          <pc:docMk/>
          <pc:sldMk cId="3480283914" sldId="266"/>
        </pc:sldMkLst>
        <pc:spChg chg="del">
          <ac:chgData name="Anji Abdallah (Student)" userId="210caefc-e13c-4ef9-aaa8-02b296a68f31" providerId="ADAL" clId="{4FF73958-7F26-456B-A16E-18129D75F047}" dt="2025-11-23T08:22:13.316" v="629" actId="478"/>
          <ac:spMkLst>
            <pc:docMk/>
            <pc:sldMk cId="3480283914" sldId="266"/>
            <ac:spMk id="2" creationId="{730F5B9E-5B57-43DD-94BC-F409FA975FED}"/>
          </ac:spMkLst>
        </pc:spChg>
        <pc:spChg chg="del">
          <ac:chgData name="Anji Abdallah (Student)" userId="210caefc-e13c-4ef9-aaa8-02b296a68f31" providerId="ADAL" clId="{4FF73958-7F26-456B-A16E-18129D75F047}" dt="2025-11-23T08:22:15.506" v="630" actId="478"/>
          <ac:spMkLst>
            <pc:docMk/>
            <pc:sldMk cId="3480283914" sldId="266"/>
            <ac:spMk id="3" creationId="{61AFBDF9-191E-4EDF-B8A5-774289B78073}"/>
          </ac:spMkLst>
        </pc:spChg>
        <pc:picChg chg="add">
          <ac:chgData name="Anji Abdallah (Student)" userId="210caefc-e13c-4ef9-aaa8-02b296a68f31" providerId="ADAL" clId="{4FF73958-7F26-456B-A16E-18129D75F047}" dt="2025-11-23T08:22:11.308" v="628"/>
          <ac:picMkLst>
            <pc:docMk/>
            <pc:sldMk cId="3480283914" sldId="266"/>
            <ac:picMk id="4" creationId="{E5C48609-3C71-441C-8DD5-0DD403EF9142}"/>
          </ac:picMkLst>
        </pc:picChg>
      </pc:sldChg>
      <pc:sldChg chg="modSp new ord">
        <pc:chgData name="Anji Abdallah (Student)" userId="210caefc-e13c-4ef9-aaa8-02b296a68f31" providerId="ADAL" clId="{4FF73958-7F26-456B-A16E-18129D75F047}" dt="2025-11-26T09:15:28.668" v="928" actId="113"/>
        <pc:sldMkLst>
          <pc:docMk/>
          <pc:sldMk cId="1691706245" sldId="267"/>
        </pc:sldMkLst>
        <pc:spChg chg="mod">
          <ac:chgData name="Anji Abdallah (Student)" userId="210caefc-e13c-4ef9-aaa8-02b296a68f31" providerId="ADAL" clId="{4FF73958-7F26-456B-A16E-18129D75F047}" dt="2025-11-26T09:12:42.499" v="692" actId="1076"/>
          <ac:spMkLst>
            <pc:docMk/>
            <pc:sldMk cId="1691706245" sldId="267"/>
            <ac:spMk id="2" creationId="{9F03AFC4-41FF-493B-930E-981EDCB1FCB3}"/>
          </ac:spMkLst>
        </pc:spChg>
        <pc:spChg chg="mod">
          <ac:chgData name="Anji Abdallah (Student)" userId="210caefc-e13c-4ef9-aaa8-02b296a68f31" providerId="ADAL" clId="{4FF73958-7F26-456B-A16E-18129D75F047}" dt="2025-11-26T09:15:28.668" v="928" actId="113"/>
          <ac:spMkLst>
            <pc:docMk/>
            <pc:sldMk cId="1691706245" sldId="267"/>
            <ac:spMk id="3" creationId="{7B05A94D-E321-4B62-B1E8-8A0DDF8A9700}"/>
          </ac:spMkLst>
        </pc:spChg>
      </pc:sldChg>
      <pc:sldChg chg="new add del">
        <pc:chgData name="Anji Abdallah (Student)" userId="210caefc-e13c-4ef9-aaa8-02b296a68f31" providerId="ADAL" clId="{4FF73958-7F26-456B-A16E-18129D75F047}" dt="2025-11-26T09:15:47.540" v="945" actId="47"/>
        <pc:sldMkLst>
          <pc:docMk/>
          <pc:sldMk cId="2797941907" sldId="268"/>
        </pc:sldMkLst>
      </pc:sldChg>
      <pc:sldChg chg="modSp add del">
        <pc:chgData name="Anji Abdallah (Student)" userId="210caefc-e13c-4ef9-aaa8-02b296a68f31" providerId="ADAL" clId="{4FF73958-7F26-456B-A16E-18129D75F047}" dt="2025-11-26T09:17:24.234" v="1012" actId="20577"/>
        <pc:sldMkLst>
          <pc:docMk/>
          <pc:sldMk cId="2724518812" sldId="269"/>
        </pc:sldMkLst>
        <pc:spChg chg="mod">
          <ac:chgData name="Anji Abdallah (Student)" userId="210caefc-e13c-4ef9-aaa8-02b296a68f31" providerId="ADAL" clId="{4FF73958-7F26-456B-A16E-18129D75F047}" dt="2025-11-26T09:16:04.377" v="960" actId="20577"/>
          <ac:spMkLst>
            <pc:docMk/>
            <pc:sldMk cId="2724518812" sldId="269"/>
            <ac:spMk id="2" creationId="{9F03AFC4-41FF-493B-930E-981EDCB1FCB3}"/>
          </ac:spMkLst>
        </pc:spChg>
        <pc:spChg chg="mod">
          <ac:chgData name="Anji Abdallah (Student)" userId="210caefc-e13c-4ef9-aaa8-02b296a68f31" providerId="ADAL" clId="{4FF73958-7F26-456B-A16E-18129D75F047}" dt="2025-11-26T09:17:24.234" v="1012" actId="20577"/>
          <ac:spMkLst>
            <pc:docMk/>
            <pc:sldMk cId="2724518812" sldId="269"/>
            <ac:spMk id="3" creationId="{7B05A94D-E321-4B62-B1E8-8A0DDF8A9700}"/>
          </ac:spMkLst>
        </pc:spChg>
      </pc:sldChg>
      <pc:sldChg chg="add del">
        <pc:chgData name="Anji Abdallah (Student)" userId="210caefc-e13c-4ef9-aaa8-02b296a68f31" providerId="ADAL" clId="{4FF73958-7F26-456B-A16E-18129D75F047}" dt="2025-11-26T09:15:56.750" v="946" actId="47"/>
        <pc:sldMkLst>
          <pc:docMk/>
          <pc:sldMk cId="2788265525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1D67-2A91-4917-A6D8-2E08577FE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773F3-C69F-4E2A-BE7E-489ED76D8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D6B58-C1C8-4582-98C7-694130C8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FDB8B-B7CE-4A6F-88CC-1A19AB4C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668B4-FD2E-46EF-A90F-19DF346E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36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A7A0-872F-4AAB-A554-246F9EB8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6B64-CDDF-4F25-8EE0-549510AC0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873B9-E29E-4D8F-8211-4B8AB481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E49EF-7BB3-443F-83E5-FB5A9ECE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6990C-9532-4DF8-AAF9-DBEB79D2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5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657C-15C3-4103-AD4D-BBCD91AFB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86908-A4C7-4A74-9FE0-662646B15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6FB98-EF55-43BC-9619-B8AF8F66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96591-D061-4390-B574-F005CA0EE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27817-D3AF-42DD-890B-930E119E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2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5EC1-2938-403A-A429-4ADC0DE0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F3215-0356-4C87-8504-1E559AE73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A1578-4DA2-4160-AA94-A5609ABED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BD7C0-0439-435E-BCD4-74AD4CDA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987D5-6AB1-452E-82CD-3B556AEA2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9C1F4-0D89-44DA-AB29-976D8BEE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3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98E4-A936-4FD9-8410-1601F57C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14FAF-9D30-4F1E-A9AB-6EA80133B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560FA-A806-49D0-B78B-7107C94F4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577E3-7324-4DE6-B2BC-3D367910A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0950E-A927-4F3B-A5D7-76950907B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5F594-52E3-4B9A-A2F1-3619C80C4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0346A-6F33-4D71-BF6D-03710E23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0D5CED-E614-44D0-A3D8-DC076E07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2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E71B-C67B-455D-A796-7C4E2538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BC406-94F3-49A4-86CE-D6BAD08FF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A42A8-79DF-4349-B84C-D2C7AC98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09AB8-4945-4099-8BB2-9C74E567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2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7A9EF-7F8D-4B0C-B6D1-96B43B25E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791E0-CCE5-4189-BD0C-54E0B5722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1F409-5ADF-47EC-B816-919E43DF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81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8A7C-462B-467E-933B-650E9DFB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951F8-D3AC-4B14-8161-03DE104AE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C3DDC-8F49-473E-A371-664E4890C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AFD12-8473-4BE0-A683-F51F9AD4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F0AC0-56BE-4A90-9981-1563A19B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6F6C6-7E69-4527-A2A8-AAB91EB6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7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1E25-A7F4-4089-9775-C969DA8A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34593-20C2-4B17-BC06-816640ADD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A44C0-0AA4-4FB8-8A74-C3D62EDC0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9F4A5-E778-40C9-8516-3BA26AC3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FE418-7C09-4B98-9B2C-32FF721F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3DED4-A1C0-4281-9FB7-E557124C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3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8D39-0A55-4B49-B864-DCB342A3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DFB1F-C7C2-4600-A829-45B66E67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010E4-3C92-4E77-9555-358A96A0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D4F3-2D0A-411E-94BB-2D8F4576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7B231-DBE3-4FE6-B3F8-3DFEC2F8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0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272EA-C061-4E56-91E8-0F7762629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0BB9E-0DC2-440A-B028-FD0F1E83C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92ED9-4321-4980-9C95-33801AD9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A61B3-F1C2-4425-B220-9BD2E62B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AFB18-FFA7-4115-B5A1-648142AC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4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1543B5-1ABF-417B-832C-5ED4423DB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E57A0-74DE-429C-B5EB-F102CF2EC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9A199-A543-492B-8E77-3C35BCA6C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BE6BC-43FC-43EB-9DD9-5A938F57DD2F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39300-0C6C-4F10-9331-FF3086A6B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CB962-3A7B-471F-BF0F-ED07A9D79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22B4-47F5-4BE1-BCAD-1B39E4C25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2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935D4-E3A3-4AAB-A7E8-8458567B3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 Bytes – CMPS 241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35342-48D4-4C13-83FC-682D37BC43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Waed</a:t>
            </a:r>
            <a:r>
              <a:rPr lang="en-US" dirty="0"/>
              <a:t> </a:t>
            </a:r>
            <a:r>
              <a:rPr lang="en-US" dirty="0" err="1"/>
              <a:t>Atwi</a:t>
            </a:r>
            <a:r>
              <a:rPr lang="en-US" dirty="0"/>
              <a:t>, Leen </a:t>
            </a:r>
            <a:r>
              <a:rPr lang="en-US" dirty="0" err="1"/>
              <a:t>Dheini</a:t>
            </a:r>
            <a:r>
              <a:rPr lang="en-US" dirty="0"/>
              <a:t>, Anji Abdallah</a:t>
            </a:r>
          </a:p>
        </p:txBody>
      </p:sp>
    </p:spTree>
    <p:extLst>
      <p:ext uri="{BB962C8B-B14F-4D97-AF65-F5344CB8AC3E}">
        <p14:creationId xmlns:p14="http://schemas.microsoft.com/office/powerpoint/2010/main" val="193091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AFC4-41FF-493B-930E-981EDCB1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1" y="18255"/>
            <a:ext cx="10515600" cy="1325563"/>
          </a:xfrm>
        </p:spPr>
        <p:txBody>
          <a:bodyPr/>
          <a:lstStyle/>
          <a:p>
            <a:r>
              <a:rPr lang="en-US" dirty="0"/>
              <a:t>Medium Bot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5A94D-E321-4B62-B1E8-8A0DDF8A9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0" y="1343817"/>
            <a:ext cx="12143509" cy="5495927"/>
          </a:xfrm>
        </p:spPr>
        <p:txBody>
          <a:bodyPr/>
          <a:lstStyle/>
          <a:p>
            <a:r>
              <a:rPr lang="en-US" b="1" dirty="0"/>
              <a:t>Attempt to win immediately:</a:t>
            </a:r>
            <a:br>
              <a:rPr lang="en-US" b="1" dirty="0"/>
            </a:br>
            <a:r>
              <a:rPr lang="en-US" dirty="0"/>
              <a:t>The bot loops through all columns and checks if dropping a piece there would achieve a valid winning move through </a:t>
            </a:r>
            <a:r>
              <a:rPr lang="en-US" dirty="0" err="1"/>
              <a:t>checkWin</a:t>
            </a:r>
            <a:r>
              <a:rPr lang="en-US" dirty="0"/>
              <a:t>().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Block opponent’s immediate win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dirty="0"/>
              <a:t>Used </a:t>
            </a:r>
            <a:r>
              <a:rPr lang="en-US" dirty="0" err="1"/>
              <a:t>checkOpponentWin</a:t>
            </a:r>
            <a:r>
              <a:rPr lang="en-US" dirty="0"/>
              <a:t>() to get the opponent’s winning move and place the    bot’s piece there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Prefer central columns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Fallback to random moves if no other option</a:t>
            </a:r>
          </a:p>
        </p:txBody>
      </p:sp>
    </p:spTree>
    <p:extLst>
      <p:ext uri="{BB962C8B-B14F-4D97-AF65-F5344CB8AC3E}">
        <p14:creationId xmlns:p14="http://schemas.microsoft.com/office/powerpoint/2010/main" val="169170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AFC4-41FF-493B-930E-981EDCB1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1" y="18255"/>
            <a:ext cx="10515600" cy="1325563"/>
          </a:xfrm>
        </p:spPr>
        <p:txBody>
          <a:bodyPr/>
          <a:lstStyle/>
          <a:p>
            <a:r>
              <a:rPr lang="en-US" dirty="0"/>
              <a:t>Medium Bot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5A94D-E321-4B62-B1E8-8A0DDF8A9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0" y="1343817"/>
            <a:ext cx="12143509" cy="5495927"/>
          </a:xfrm>
        </p:spPr>
        <p:txBody>
          <a:bodyPr/>
          <a:lstStyle/>
          <a:p>
            <a:r>
              <a:rPr lang="en-US" b="1" dirty="0"/>
              <a:t>Attempt to win immediately: </a:t>
            </a:r>
            <a:r>
              <a:rPr lang="pt-BR" dirty="0"/>
              <a:t>O(R×C)=O(42) =O(1)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Block opponent’s immediate win: </a:t>
            </a:r>
            <a:r>
              <a:rPr lang="pt-BR" dirty="0"/>
              <a:t>O(R×C)=O(42) =O(1)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Prefer central columns: </a:t>
            </a:r>
            <a:r>
              <a:rPr lang="pt-BR" dirty="0"/>
              <a:t>O(R×C^2) =O(294) = O(1)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Fallback to random moves if no other option: </a:t>
            </a:r>
            <a:r>
              <a:rPr lang="en-US" dirty="0"/>
              <a:t>O(C) = O(1)</a:t>
            </a: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r>
              <a:rPr lang="en-US" b="1" dirty="0"/>
              <a:t>Overall Complexity: </a:t>
            </a:r>
            <a:r>
              <a:rPr lang="pt-BR" dirty="0"/>
              <a:t>O(C^2 ×R) = O(72 ×6) = O(294) = O(1)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451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9745-E116-4EC8-A724-F69783D60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Hard Bot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6C3E7-602C-4B2B-93C9-9D369D807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1335"/>
            <a:ext cx="12192000" cy="5766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Minimax Algorithm with Alpha-Beta Pruning </a:t>
            </a:r>
          </a:p>
          <a:p>
            <a:pPr marL="0" indent="0">
              <a:buNone/>
            </a:pPr>
            <a:r>
              <a:rPr lang="en-US" sz="2400" dirty="0"/>
              <a:t>	-Searches the game tree to a fixed depth (depth = 11).</a:t>
            </a:r>
          </a:p>
          <a:p>
            <a:pPr marL="0" indent="0">
              <a:buNone/>
            </a:pPr>
            <a:r>
              <a:rPr lang="en-US" sz="2400" dirty="0"/>
              <a:t>	-Alpha-beta reduces unnecessary branches, improving efficiency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2. Transposition Table with Zobrist Hashing </a:t>
            </a:r>
          </a:p>
          <a:p>
            <a:pPr marL="0" indent="0">
              <a:buNone/>
            </a:pPr>
            <a:r>
              <a:rPr lang="en-US" sz="2400" dirty="0"/>
              <a:t>	-Stores previously evaluated positions to avoid redundant calculations. </a:t>
            </a:r>
          </a:p>
          <a:p>
            <a:pPr marL="0" indent="0">
              <a:buNone/>
            </a:pPr>
            <a:r>
              <a:rPr lang="en-US" sz="2400" dirty="0"/>
              <a:t>	-Supports fast lookups and stores the best move for each position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3. Opening Table </a:t>
            </a:r>
          </a:p>
          <a:p>
            <a:pPr marL="0" indent="0">
              <a:buNone/>
            </a:pPr>
            <a:r>
              <a:rPr lang="en-US" sz="2400" dirty="0"/>
              <a:t>	-Guarantees optimal first 1–3 moves, ensuring strong early-game play.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12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3E087-F631-42F0-B6C0-14B1AB595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37" y="211028"/>
            <a:ext cx="11722635" cy="6330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4. Evaluation Function Scores positions based on: 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	-4-in-a-row and 3-in-a-row patterns  </a:t>
            </a:r>
          </a:p>
          <a:p>
            <a:pPr marL="0" indent="0">
              <a:buNone/>
            </a:pPr>
            <a:r>
              <a:rPr lang="en-US" sz="2400" dirty="0"/>
              <a:t>	-Center column preference</a:t>
            </a:r>
          </a:p>
          <a:p>
            <a:pPr marL="0" indent="0">
              <a:buNone/>
            </a:pPr>
            <a:r>
              <a:rPr lang="en-US" sz="2400" dirty="0"/>
              <a:t>	-Immediate threats (win/block)</a:t>
            </a:r>
          </a:p>
          <a:p>
            <a:pPr marL="0" indent="0">
              <a:buNone/>
            </a:pPr>
            <a:r>
              <a:rPr lang="en-US" sz="2400" dirty="0"/>
              <a:t>	-Potential three-in-a-row setups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5. Threat-Driven Move Ordering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	-Moves that win immediately or block opponent are evaluated first. </a:t>
            </a:r>
          </a:p>
          <a:p>
            <a:pPr marL="0" indent="0">
              <a:buNone/>
            </a:pPr>
            <a:r>
              <a:rPr lang="en-US" sz="2400" dirty="0"/>
              <a:t>	-Fork creation and blocking prioritized to reduce risk of traps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6</a:t>
            </a:r>
            <a:r>
              <a:rPr lang="en-US" sz="2400" b="1"/>
              <a:t>. </a:t>
            </a:r>
            <a:r>
              <a:rPr lang="en-US" sz="2400" b="1" dirty="0"/>
              <a:t>Null-Move Pruning </a:t>
            </a:r>
          </a:p>
          <a:p>
            <a:pPr marL="0" indent="0">
              <a:buNone/>
            </a:pPr>
            <a:r>
              <a:rPr lang="en-US" sz="2400" dirty="0"/>
              <a:t>	-Skips moves in certain positions to speed up evaluation while maintaining accuracy</a:t>
            </a:r>
          </a:p>
        </p:txBody>
      </p:sp>
    </p:spTree>
    <p:extLst>
      <p:ext uri="{BB962C8B-B14F-4D97-AF65-F5344CB8AC3E}">
        <p14:creationId xmlns:p14="http://schemas.microsoft.com/office/powerpoint/2010/main" val="103653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12FB78-F6F1-44B2-8B95-684C00F0A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8" y="20781"/>
            <a:ext cx="113309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86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D331-2D63-4863-A08D-306FCA84A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5635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Debugging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3A35E-6BC7-4958-8D9C-106D5F8C2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67992"/>
            <a:ext cx="6172200" cy="823912"/>
          </a:xfrm>
        </p:spPr>
        <p:txBody>
          <a:bodyPr/>
          <a:lstStyle/>
          <a:p>
            <a:pPr algn="ctr"/>
            <a:r>
              <a:rPr lang="en-US" dirty="0"/>
              <a:t>GDB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2C2A6C-FB59-49C4-865A-0465CC777E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381" y="1936428"/>
            <a:ext cx="6026619" cy="425323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A6A5D-7F55-4A18-AD25-8A38899E1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072755"/>
            <a:ext cx="6096000" cy="823912"/>
          </a:xfrm>
        </p:spPr>
        <p:txBody>
          <a:bodyPr/>
          <a:lstStyle/>
          <a:p>
            <a:pPr algn="ctr"/>
            <a:r>
              <a:rPr lang="en-US" dirty="0" err="1"/>
              <a:t>Valgrind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D4A43B-93A0-4437-91E6-F6E1A916C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830" y="1851641"/>
            <a:ext cx="5774789" cy="442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6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A21B-64B1-4561-A2B7-0648FC38C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BF25A4-1ECA-4A22-88F5-930B54F21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7587" y="1825625"/>
            <a:ext cx="77168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8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E75B9-C354-4BAF-8BD6-65F8CFAD0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Extra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CA375-A1E0-4210-AABE-F29D402BB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0515600" cy="4351338"/>
          </a:xfrm>
        </p:spPr>
        <p:txBody>
          <a:bodyPr/>
          <a:lstStyle/>
          <a:p>
            <a:r>
              <a:rPr lang="en-US" dirty="0"/>
              <a:t>Alpine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A097E-5790-4C0F-811B-06549708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616"/>
            <a:ext cx="9905999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31FF25-A419-4866-A38E-CCFED03736D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14452" t="18299" r="32363" b="14720"/>
          <a:stretch/>
        </p:blipFill>
        <p:spPr bwMode="auto">
          <a:xfrm>
            <a:off x="1172093" y="166255"/>
            <a:ext cx="9953105" cy="640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9779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4098-AB6A-4937-A098-FC8FE802D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735"/>
            <a:ext cx="10515600" cy="4351338"/>
          </a:xfrm>
        </p:spPr>
        <p:txBody>
          <a:bodyPr/>
          <a:lstStyle/>
          <a:p>
            <a:r>
              <a:rPr lang="en-US" dirty="0"/>
              <a:t>Networking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093D8-AD95-4E35-8114-553281DD9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818"/>
            <a:ext cx="10493304" cy="5858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787101-FFD9-4C60-BFCB-73C4DF58D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455" y="1352979"/>
            <a:ext cx="3960989" cy="503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1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C48609-3C71-441C-8DD5-0DD403EF9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82" y="0"/>
            <a:ext cx="10041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83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72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3 Bytes – CMPS 241</vt:lpstr>
      <vt:lpstr>Medium Bot Features</vt:lpstr>
      <vt:lpstr>Medium Bot Complexity</vt:lpstr>
      <vt:lpstr>Hard Bot Features</vt:lpstr>
      <vt:lpstr>PowerPoint Presentation</vt:lpstr>
      <vt:lpstr>PowerPoint Presentation</vt:lpstr>
      <vt:lpstr>Debugging</vt:lpstr>
      <vt:lpstr>Valgrind Results</vt:lpstr>
      <vt:lpstr>Extra Features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Bytes – CMPS 241</dc:title>
  <dc:creator>Anji Abdallah (Student)</dc:creator>
  <cp:lastModifiedBy>Anji Abdallah (Student)</cp:lastModifiedBy>
  <cp:revision>1</cp:revision>
  <dcterms:created xsi:type="dcterms:W3CDTF">2025-11-23T07:55:35Z</dcterms:created>
  <dcterms:modified xsi:type="dcterms:W3CDTF">2025-11-26T18:18:43Z</dcterms:modified>
</cp:coreProperties>
</file>